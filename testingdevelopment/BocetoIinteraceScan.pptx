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B3C2-CEE7-49CB-8784-5665CF4FDB4D}" type="datetimeFigureOut">
              <a:rPr lang="en-GB" smtClean="0"/>
              <a:t>30/12/2020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7D8D-BA84-4FF8-A14A-D5AB6D659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953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B3C2-CEE7-49CB-8784-5665CF4FDB4D}" type="datetimeFigureOut">
              <a:rPr lang="en-GB" smtClean="0"/>
              <a:t>30/12/2020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7D8D-BA84-4FF8-A14A-D5AB6D659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6650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B3C2-CEE7-49CB-8784-5665CF4FDB4D}" type="datetimeFigureOut">
              <a:rPr lang="en-GB" smtClean="0"/>
              <a:t>30/12/2020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7D8D-BA84-4FF8-A14A-D5AB6D659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20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B3C2-CEE7-49CB-8784-5665CF4FDB4D}" type="datetimeFigureOut">
              <a:rPr lang="en-GB" smtClean="0"/>
              <a:t>30/12/2020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7D8D-BA84-4FF8-A14A-D5AB6D659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829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B3C2-CEE7-49CB-8784-5665CF4FDB4D}" type="datetimeFigureOut">
              <a:rPr lang="en-GB" smtClean="0"/>
              <a:t>30/12/2020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7D8D-BA84-4FF8-A14A-D5AB6D659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00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B3C2-CEE7-49CB-8784-5665CF4FDB4D}" type="datetimeFigureOut">
              <a:rPr lang="en-GB" smtClean="0"/>
              <a:t>30/12/2020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7D8D-BA84-4FF8-A14A-D5AB6D659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725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B3C2-CEE7-49CB-8784-5665CF4FDB4D}" type="datetimeFigureOut">
              <a:rPr lang="en-GB" smtClean="0"/>
              <a:t>30/12/2020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7D8D-BA84-4FF8-A14A-D5AB6D659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603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B3C2-CEE7-49CB-8784-5665CF4FDB4D}" type="datetimeFigureOut">
              <a:rPr lang="en-GB" smtClean="0"/>
              <a:t>30/12/2020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7D8D-BA84-4FF8-A14A-D5AB6D659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748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B3C2-CEE7-49CB-8784-5665CF4FDB4D}" type="datetimeFigureOut">
              <a:rPr lang="en-GB" smtClean="0"/>
              <a:t>30/12/2020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7D8D-BA84-4FF8-A14A-D5AB6D659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21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B3C2-CEE7-49CB-8784-5665CF4FDB4D}" type="datetimeFigureOut">
              <a:rPr lang="en-GB" smtClean="0"/>
              <a:t>30/12/2020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7D8D-BA84-4FF8-A14A-D5AB6D659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695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B3C2-CEE7-49CB-8784-5665CF4FDB4D}" type="datetimeFigureOut">
              <a:rPr lang="en-GB" smtClean="0"/>
              <a:t>30/12/2020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A7D8D-BA84-4FF8-A14A-D5AB6D659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872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5B3C2-CEE7-49CB-8784-5665CF4FDB4D}" type="datetimeFigureOut">
              <a:rPr lang="en-GB" smtClean="0"/>
              <a:t>30/12/2020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A7D8D-BA84-4FF8-A14A-D5AB6D6596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66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6865" y="547007"/>
            <a:ext cx="5519056" cy="4327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1379765" y="2277429"/>
            <a:ext cx="3706586" cy="23676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379765" y="2024335"/>
            <a:ext cx="21880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smtClean="0"/>
              <a:t>Requested pumps excel</a:t>
            </a:r>
            <a:endParaRPr lang="en-GB" sz="1100"/>
          </a:p>
        </p:txBody>
      </p:sp>
      <p:sp>
        <p:nvSpPr>
          <p:cNvPr id="7" name="TextBox 6"/>
          <p:cNvSpPr txBox="1"/>
          <p:nvPr/>
        </p:nvSpPr>
        <p:spPr>
          <a:xfrm>
            <a:off x="1379765" y="1041942"/>
            <a:ext cx="40658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mtClean="0"/>
              <a:t>Instructions</a:t>
            </a:r>
          </a:p>
          <a:p>
            <a:r>
              <a:rPr lang="en-GB" sz="1400" smtClean="0"/>
              <a:t>1.-</a:t>
            </a:r>
          </a:p>
          <a:p>
            <a:r>
              <a:rPr lang="en-GB" sz="1400" smtClean="0"/>
              <a:t>2.-</a:t>
            </a:r>
          </a:p>
          <a:p>
            <a:r>
              <a:rPr lang="en-GB" sz="1400" smtClean="0"/>
              <a:t>3.-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6865" y="747032"/>
            <a:ext cx="5519056" cy="412704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036865" y="547007"/>
            <a:ext cx="849085" cy="1959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1885950" y="547007"/>
            <a:ext cx="849085" cy="1959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2735035" y="542925"/>
            <a:ext cx="849085" cy="1959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1379765" y="2673627"/>
            <a:ext cx="702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smtClean="0"/>
              <a:t>Analytics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835661"/>
              </p:ext>
            </p:extLst>
          </p:nvPr>
        </p:nvGraphicFramePr>
        <p:xfrm>
          <a:off x="2144713" y="3063358"/>
          <a:ext cx="3303360" cy="1682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120">
                  <a:extLst>
                    <a:ext uri="{9D8B030D-6E8A-4147-A177-3AD203B41FA5}">
                      <a16:colId xmlns:a16="http://schemas.microsoft.com/office/drawing/2014/main" val="3971687552"/>
                    </a:ext>
                  </a:extLst>
                </a:gridCol>
                <a:gridCol w="1101120">
                  <a:extLst>
                    <a:ext uri="{9D8B030D-6E8A-4147-A177-3AD203B41FA5}">
                      <a16:colId xmlns:a16="http://schemas.microsoft.com/office/drawing/2014/main" val="1115613623"/>
                    </a:ext>
                  </a:extLst>
                </a:gridCol>
                <a:gridCol w="1101120">
                  <a:extLst>
                    <a:ext uri="{9D8B030D-6E8A-4147-A177-3AD203B41FA5}">
                      <a16:colId xmlns:a16="http://schemas.microsoft.com/office/drawing/2014/main" val="1742593410"/>
                    </a:ext>
                  </a:extLst>
                </a:gridCol>
              </a:tblGrid>
              <a:tr h="386599">
                <a:tc>
                  <a:txBody>
                    <a:bodyPr/>
                    <a:lstStyle/>
                    <a:p>
                      <a:r>
                        <a:rPr lang="en-GB" sz="1200" smtClean="0"/>
                        <a:t>Model</a:t>
                      </a:r>
                      <a:endParaRPr lang="en-GB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smtClean="0"/>
                        <a:t>Requested</a:t>
                      </a:r>
                      <a:endParaRPr lang="en-GB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smtClean="0"/>
                        <a:t>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725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GB" sz="1200" smtClean="0"/>
                        <a:t>BG323</a:t>
                      </a:r>
                      <a:endParaRPr lang="en-GB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smtClean="0"/>
                        <a:t>15</a:t>
                      </a:r>
                      <a:endParaRPr lang="en-GB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smtClean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99124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GB" sz="1200" smtClean="0"/>
                        <a:t>H100</a:t>
                      </a:r>
                      <a:endParaRPr lang="en-GB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smtClean="0"/>
                        <a:t>20</a:t>
                      </a:r>
                      <a:endParaRPr lang="en-GB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smtClean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74808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GB" sz="1200" smtClean="0"/>
                        <a:t>MP-MLH+</a:t>
                      </a:r>
                      <a:endParaRPr lang="en-GB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smtClean="0"/>
                        <a:t>1</a:t>
                      </a:r>
                      <a:endParaRPr lang="en-GB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smtClean="0"/>
                        <a:t>0</a:t>
                      </a:r>
                      <a:endParaRPr lang="en-GB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9439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en-GB" sz="1200" smtClean="0"/>
                        <a:t>PID</a:t>
                      </a:r>
                      <a:endParaRPr lang="en-GB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smtClean="0"/>
                        <a:t>19</a:t>
                      </a:r>
                      <a:endParaRPr lang="en-GB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smtClean="0"/>
                        <a:t>14</a:t>
                      </a:r>
                      <a:endParaRPr lang="en-GB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670366"/>
                  </a:ext>
                </a:extLst>
              </a:tr>
            </a:tbl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5319031" y="2262850"/>
            <a:ext cx="702129" cy="261610"/>
            <a:chOff x="5319031" y="2262850"/>
            <a:chExt cx="702129" cy="261610"/>
          </a:xfrm>
        </p:grpSpPr>
        <p:sp>
          <p:nvSpPr>
            <p:cNvPr id="4" name="Rectangle 3"/>
            <p:cNvSpPr/>
            <p:nvPr/>
          </p:nvSpPr>
          <p:spPr>
            <a:xfrm>
              <a:off x="5319032" y="2277428"/>
              <a:ext cx="702128" cy="23676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19031" y="2262850"/>
              <a:ext cx="702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100" smtClean="0"/>
                <a:t>Browse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804681" y="1011164"/>
            <a:ext cx="85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mtClean="0">
                <a:solidFill>
                  <a:schemeClr val="accent6">
                    <a:lumMod val="75000"/>
                  </a:schemeClr>
                </a:solidFill>
              </a:rPr>
              <a:t>READY</a:t>
            </a:r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86249" y="1322377"/>
            <a:ext cx="2065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smtClean="0">
                <a:solidFill>
                  <a:srgbClr val="C00000"/>
                </a:solidFill>
              </a:rPr>
              <a:t>Open handover form</a:t>
            </a:r>
            <a:endParaRPr lang="en-GB" sz="160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15300" y="261257"/>
            <a:ext cx="28411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smtClean="0"/>
              <a:t>Function checks every 1 sec if excel is open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100" smtClean="0"/>
              <a:t>Updates Ready/Open lbl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smtClean="0"/>
              <a:t>Analytics shown if excel included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smtClean="0"/>
              <a:t>Table updated for every item scanned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4621" y="1518996"/>
            <a:ext cx="4212772" cy="49144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7704589" y="1611947"/>
            <a:ext cx="3986667" cy="14024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7768090" y="1675470"/>
            <a:ext cx="1918606" cy="12753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7704589" y="3063358"/>
            <a:ext cx="3986667" cy="1018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7704589" y="4131127"/>
            <a:ext cx="3986667" cy="2228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/>
          <p:cNvSpPr/>
          <p:nvPr/>
        </p:nvSpPr>
        <p:spPr>
          <a:xfrm>
            <a:off x="7759813" y="4167885"/>
            <a:ext cx="3876218" cy="4025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9725702" y="1676989"/>
            <a:ext cx="1918606" cy="12753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7768090" y="4619424"/>
            <a:ext cx="3876218" cy="16670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/>
          <p:cNvSpPr/>
          <p:nvPr/>
        </p:nvSpPr>
        <p:spPr>
          <a:xfrm>
            <a:off x="7768090" y="3107325"/>
            <a:ext cx="3876218" cy="4025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7768090" y="3572750"/>
            <a:ext cx="3876218" cy="4025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014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55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Javier Arranz</dc:creator>
  <cp:lastModifiedBy>Javier Arranz</cp:lastModifiedBy>
  <cp:revision>4</cp:revision>
  <dcterms:created xsi:type="dcterms:W3CDTF">2020-12-30T14:54:21Z</dcterms:created>
  <dcterms:modified xsi:type="dcterms:W3CDTF">2020-12-30T16:05:33Z</dcterms:modified>
</cp:coreProperties>
</file>